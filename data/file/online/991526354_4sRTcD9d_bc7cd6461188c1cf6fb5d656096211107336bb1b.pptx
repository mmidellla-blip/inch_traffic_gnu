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4F8D6-B328-47F9-BD42-4886FFF5C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A45190-93CC-4C64-A43C-9FEBCA8E7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30C292-269F-47C4-A751-BBDAE4E2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EA2ECA-E713-45C8-AE16-3AB528BD8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DF3EFE-68F5-4C13-8738-F3A55EB4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00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D605B-5141-4F31-9DCB-4EDB756CA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A5DAD5-B251-4112-995F-90AFC06EF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1C8607-9FAE-4710-8D09-A62F8E61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43469-2B3C-4FDD-B794-DD6517B08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B8F97A-4F11-4D63-A17E-3EFFDB11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87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74E8E-6F0F-4910-AB65-03BF02866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456003-8757-444C-8842-B6BD9A26B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3B6509-F133-4E3A-AD16-90E16A0C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248F63-3618-4081-A647-4DEDB531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534476-7F33-4E72-80A4-32A6F656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544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96450-26C4-4B98-BEF2-546AE6DA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02ACA-5783-4F1A-8A99-F7AB44CAD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8D7C4B-02AA-4E8B-985D-83118A977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D5C70F-FBC0-409F-BF30-463F1C75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44AF4D-0638-4AE1-846C-B2D16CD9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6051D3-4819-4B78-A0A0-BCD1605B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B3504-5F61-4522-BA75-084BFB7C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98BEC9-19A1-465B-A7DE-7387AD757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800308-40F2-4ACE-B554-55D0C70C3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1A69F2-FEE3-4FD3-94F1-8FFAD88A2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CC4C92-9FF9-44F7-8E2D-5AB3E8268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2353E4-8E3A-400F-B3C6-0FCB25BE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54A821-B812-4DC2-BDF4-FD3DEE83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94BB72-5395-434D-A80F-CACCE153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10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7713E-3321-467D-A84C-659099BC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452369-3C27-4421-86A9-D165F3E9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49323-0D11-46F2-888A-C5966187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4BCBDE-E93B-4343-B440-91D5E5D0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95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AD3047-946F-4DC5-BD9B-F5ACD3A62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CD9BBA-0CDA-47EB-8BA3-D33A090E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125C9F-DF02-4AEF-80E2-AC79890E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13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2B471-165F-4141-B371-18D86D7C0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D923F-9F94-4127-860A-0A4465F2B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67BBAF-31CC-4275-BFAA-CD3FD3205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86A25F-8995-430C-9008-A6F03F93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1918F6-3329-43DB-AF7C-143E8DE2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BF4194-2CBB-4F2A-AB37-920F89D4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990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A6028-E141-4732-81B9-4972A713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DF68E6-F695-49D2-AC41-1CB299370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2295D7-71CC-4F70-B9A0-86F2C4BDC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881C5F-64ED-40C6-B838-1890245C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45A2EC-3999-41E9-9D6D-446E77A2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3B9CAD-2FE1-4FD2-99D0-FDA0F7BA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79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6742A-05D1-4C28-85C5-471E20F3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9F0DCE-3298-4CA4-9760-358695893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C924EC-0D2C-42FF-9D49-623A336C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A64165-D502-4A80-9515-87F1BE32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AE00BD-9ADA-4CB2-94D4-DCC842BE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75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7D9F7D-C4DE-4AE1-B2EB-EF2EB61D7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618E9B-40B5-428E-9FAA-2390BFD18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22618-91D1-4455-99E9-7129116A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8DF67A-1BAD-419F-AD29-86E8896E5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91696E-576F-4AA1-80E1-F8E235A2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600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70BB28-4464-49F1-BBC9-C5DC83AE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40816D-F58F-4440-B320-C7FC8C4AF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49E4FF-91C4-47AC-9AD0-FEB243143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63D4-CC07-4CB7-ABBB-1ACDA63B1AF3}" type="datetimeFigureOut">
              <a:rPr lang="ko-KR" altLang="en-US" smtClean="0"/>
              <a:t>2024-04-19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5177C-3C82-4DA2-AB86-AE1A7E4CB1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137D75-4720-46C8-A05F-1ED047FF8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49A2F-16C4-421D-8233-1EC66A2EA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27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296939A-8F88-48EC-BA67-E42ED3A2D3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858" t="5863" r="436" b="7417"/>
          <a:stretch/>
        </p:blipFill>
        <p:spPr>
          <a:xfrm>
            <a:off x="192947" y="383795"/>
            <a:ext cx="4597168" cy="3045205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5B4484C-B880-408D-A665-05AE2C110C65}"/>
              </a:ext>
            </a:extLst>
          </p:cNvPr>
          <p:cNvSpPr/>
          <p:nvPr/>
        </p:nvSpPr>
        <p:spPr>
          <a:xfrm>
            <a:off x="1385888" y="2166938"/>
            <a:ext cx="123825" cy="19050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08FB9-C4F1-4BE8-9472-15D1E44B9D8B}"/>
              </a:ext>
            </a:extLst>
          </p:cNvPr>
          <p:cNvSpPr txBox="1"/>
          <p:nvPr/>
        </p:nvSpPr>
        <p:spPr>
          <a:xfrm>
            <a:off x="1213486" y="2396490"/>
            <a:ext cx="67627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>
                <a:solidFill>
                  <a:srgbClr val="002060"/>
                </a:solidFill>
              </a:rPr>
              <a:t>사고위치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37ECF7-C95B-4A43-A50C-B6FD1178AF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775" t="47948" r="20787" b="25361"/>
          <a:stretch/>
        </p:blipFill>
        <p:spPr>
          <a:xfrm>
            <a:off x="5337809" y="383794"/>
            <a:ext cx="5271991" cy="3258565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AF036C6-4C6D-4317-92B1-5803A1760112}"/>
              </a:ext>
            </a:extLst>
          </p:cNvPr>
          <p:cNvSpPr/>
          <p:nvPr/>
        </p:nvSpPr>
        <p:spPr>
          <a:xfrm>
            <a:off x="7939088" y="1760220"/>
            <a:ext cx="221932" cy="20859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2F05D-177A-4386-BE97-CB6260C4F01D}"/>
              </a:ext>
            </a:extLst>
          </p:cNvPr>
          <p:cNvSpPr txBox="1"/>
          <p:nvPr/>
        </p:nvSpPr>
        <p:spPr>
          <a:xfrm>
            <a:off x="7774306" y="2030730"/>
            <a:ext cx="67627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>
                <a:solidFill>
                  <a:srgbClr val="002060"/>
                </a:solidFill>
              </a:rPr>
              <a:t>①주차위치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C1EAC6D-9890-42E6-9750-063D9934D4FA}"/>
              </a:ext>
            </a:extLst>
          </p:cNvPr>
          <p:cNvCxnSpPr/>
          <p:nvPr/>
        </p:nvCxnSpPr>
        <p:spPr>
          <a:xfrm flipV="1">
            <a:off x="8161020" y="937260"/>
            <a:ext cx="205740" cy="746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517E8A0-FA3B-41DF-8945-007046B9FB98}"/>
              </a:ext>
            </a:extLst>
          </p:cNvPr>
          <p:cNvCxnSpPr>
            <a:cxnSpLocks/>
          </p:cNvCxnSpPr>
          <p:nvPr/>
        </p:nvCxnSpPr>
        <p:spPr>
          <a:xfrm flipH="1" flipV="1">
            <a:off x="7696200" y="807720"/>
            <a:ext cx="586740" cy="137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6580C37-528D-4A85-99F6-F085B3156A9F}"/>
              </a:ext>
            </a:extLst>
          </p:cNvPr>
          <p:cNvCxnSpPr>
            <a:cxnSpLocks/>
          </p:cNvCxnSpPr>
          <p:nvPr/>
        </p:nvCxnSpPr>
        <p:spPr>
          <a:xfrm flipH="1">
            <a:off x="7559040" y="876300"/>
            <a:ext cx="144780" cy="678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C4EA28-4ECA-4CF9-8B5D-7C72C545D763}"/>
              </a:ext>
            </a:extLst>
          </p:cNvPr>
          <p:cNvSpPr txBox="1"/>
          <p:nvPr/>
        </p:nvSpPr>
        <p:spPr>
          <a:xfrm>
            <a:off x="5434965" y="4025265"/>
            <a:ext cx="347090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>
                <a:solidFill>
                  <a:srgbClr val="002060"/>
                </a:solidFill>
              </a:rPr>
              <a:t>①주차위치 → ②사고위치 </a:t>
            </a:r>
            <a:r>
              <a:rPr lang="en-US" altLang="ko-KR" sz="1000" b="1" dirty="0">
                <a:solidFill>
                  <a:srgbClr val="002060"/>
                </a:solidFill>
              </a:rPr>
              <a:t>: </a:t>
            </a:r>
            <a:r>
              <a:rPr lang="ko-KR" altLang="en-US" sz="1000" b="1" dirty="0">
                <a:solidFill>
                  <a:srgbClr val="002060"/>
                </a:solidFill>
              </a:rPr>
              <a:t>이동거리 약 </a:t>
            </a:r>
            <a:r>
              <a:rPr lang="en-US" altLang="ko-KR" sz="1000" b="1" dirty="0">
                <a:solidFill>
                  <a:srgbClr val="002060"/>
                </a:solidFill>
              </a:rPr>
              <a:t>5~10mm </a:t>
            </a:r>
            <a:r>
              <a:rPr lang="ko-KR" altLang="en-US" sz="1000" b="1" dirty="0">
                <a:solidFill>
                  <a:srgbClr val="002060"/>
                </a:solidFill>
              </a:rPr>
              <a:t>예상</a:t>
            </a:r>
          </a:p>
        </p:txBody>
      </p:sp>
      <p:sp>
        <p:nvSpPr>
          <p:cNvPr id="17" name="폭발: 14pt 16">
            <a:extLst>
              <a:ext uri="{FF2B5EF4-FFF2-40B4-BE49-F238E27FC236}">
                <a16:creationId xmlns:a16="http://schemas.microsoft.com/office/drawing/2014/main" id="{4345828D-8B9B-4628-A684-8E7FCA860F6B}"/>
              </a:ext>
            </a:extLst>
          </p:cNvPr>
          <p:cNvSpPr/>
          <p:nvPr/>
        </p:nvSpPr>
        <p:spPr>
          <a:xfrm>
            <a:off x="7551420" y="1478280"/>
            <a:ext cx="205740" cy="205740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13FA55-9884-48E7-8442-E991FF0A55B3}"/>
              </a:ext>
            </a:extLst>
          </p:cNvPr>
          <p:cNvSpPr txBox="1"/>
          <p:nvPr/>
        </p:nvSpPr>
        <p:spPr>
          <a:xfrm>
            <a:off x="7134226" y="1786890"/>
            <a:ext cx="67627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>
                <a:solidFill>
                  <a:srgbClr val="002060"/>
                </a:solidFill>
              </a:rPr>
              <a:t>②사고위치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18BDA9-AC77-4946-B9F1-439B5741B37E}"/>
              </a:ext>
            </a:extLst>
          </p:cNvPr>
          <p:cNvSpPr txBox="1"/>
          <p:nvPr/>
        </p:nvSpPr>
        <p:spPr>
          <a:xfrm>
            <a:off x="5558790" y="4234815"/>
            <a:ext cx="66141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2060"/>
                </a:solidFill>
              </a:rPr>
              <a:t>-</a:t>
            </a:r>
            <a:r>
              <a:rPr lang="ko-KR" altLang="en-US" sz="1000" b="1" dirty="0">
                <a:solidFill>
                  <a:srgbClr val="002060"/>
                </a:solidFill>
              </a:rPr>
              <a:t>특이사항 </a:t>
            </a:r>
            <a:r>
              <a:rPr lang="en-US" altLang="ko-KR" sz="1000" b="1" dirty="0">
                <a:solidFill>
                  <a:srgbClr val="002060"/>
                </a:solidFill>
              </a:rPr>
              <a:t>: </a:t>
            </a:r>
            <a:r>
              <a:rPr lang="ko-KR" altLang="en-US" sz="1000" b="1" dirty="0">
                <a:solidFill>
                  <a:srgbClr val="002060"/>
                </a:solidFill>
              </a:rPr>
              <a:t>사고위치가 높이 약 </a:t>
            </a:r>
            <a:r>
              <a:rPr lang="en-US" altLang="ko-KR" sz="1000" b="1" dirty="0">
                <a:solidFill>
                  <a:srgbClr val="002060"/>
                </a:solidFill>
              </a:rPr>
              <a:t>0.3~5mm</a:t>
            </a:r>
            <a:r>
              <a:rPr lang="ko-KR" altLang="en-US" sz="1000" b="1" dirty="0">
                <a:solidFill>
                  <a:srgbClr val="002060"/>
                </a:solidFill>
              </a:rPr>
              <a:t>되는 옹벽을 박았고 → 옹벽을 박으면서 돌 </a:t>
            </a:r>
            <a:r>
              <a:rPr lang="ko-KR" altLang="en-US" sz="1000" b="1" dirty="0" err="1">
                <a:solidFill>
                  <a:srgbClr val="002060"/>
                </a:solidFill>
              </a:rPr>
              <a:t>무더니가</a:t>
            </a:r>
            <a:r>
              <a:rPr lang="ko-KR" altLang="en-US" sz="1000" b="1" dirty="0">
                <a:solidFill>
                  <a:srgbClr val="002060"/>
                </a:solidFill>
              </a:rPr>
              <a:t> 차에 튀어</a:t>
            </a:r>
            <a:endParaRPr lang="en-US" altLang="ko-KR" sz="1000" b="1" dirty="0">
              <a:solidFill>
                <a:srgbClr val="002060"/>
              </a:solidFill>
            </a:endParaRPr>
          </a:p>
          <a:p>
            <a:r>
              <a:rPr lang="en-US" altLang="ko-KR" sz="1000" b="1" dirty="0">
                <a:solidFill>
                  <a:srgbClr val="002060"/>
                </a:solidFill>
              </a:rPr>
              <a:t>               </a:t>
            </a:r>
            <a:r>
              <a:rPr lang="ko-KR" altLang="en-US" sz="1000" b="1" dirty="0">
                <a:solidFill>
                  <a:srgbClr val="002060"/>
                </a:solidFill>
              </a:rPr>
              <a:t>차량 한대 트렁크 찌그러짐 발생 </a:t>
            </a:r>
            <a:r>
              <a:rPr lang="en-US" altLang="ko-KR" sz="1000" b="1" dirty="0">
                <a:solidFill>
                  <a:srgbClr val="002060"/>
                </a:solidFill>
              </a:rPr>
              <a:t>(</a:t>
            </a:r>
            <a:r>
              <a:rPr lang="ko-KR" altLang="en-US" sz="1000" b="1" dirty="0">
                <a:solidFill>
                  <a:srgbClr val="002060"/>
                </a:solidFill>
              </a:rPr>
              <a:t>렌터카 </a:t>
            </a:r>
            <a:r>
              <a:rPr lang="ko-KR" altLang="en-US" sz="1000" b="1" dirty="0" err="1">
                <a:solidFill>
                  <a:srgbClr val="002060"/>
                </a:solidFill>
              </a:rPr>
              <a:t>일수도있습니다</a:t>
            </a:r>
            <a:r>
              <a:rPr lang="ko-KR" altLang="en-US" sz="1000" b="1" dirty="0">
                <a:solidFill>
                  <a:srgbClr val="002060"/>
                </a:solidFill>
              </a:rPr>
              <a:t> 차량번호가 </a:t>
            </a:r>
            <a:r>
              <a:rPr lang="en-US" altLang="ko-KR" sz="1000" b="1" dirty="0">
                <a:solidFill>
                  <a:srgbClr val="002060"/>
                </a:solidFill>
              </a:rPr>
              <a:t>“</a:t>
            </a:r>
            <a:r>
              <a:rPr lang="ko-KR" altLang="en-US" sz="1000" b="1" dirty="0">
                <a:solidFill>
                  <a:srgbClr val="002060"/>
                </a:solidFill>
              </a:rPr>
              <a:t>하</a:t>
            </a:r>
            <a:r>
              <a:rPr lang="en-US" altLang="ko-KR" sz="1000" b="1" dirty="0">
                <a:solidFill>
                  <a:srgbClr val="002060"/>
                </a:solidFill>
              </a:rPr>
              <a:t>” </a:t>
            </a:r>
            <a:r>
              <a:rPr lang="ko-KR" altLang="en-US" sz="1000" b="1" dirty="0">
                <a:solidFill>
                  <a:srgbClr val="002060"/>
                </a:solidFill>
              </a:rPr>
              <a:t>입니다</a:t>
            </a:r>
            <a:r>
              <a:rPr lang="en-US" altLang="ko-KR" sz="1000" b="1" dirty="0">
                <a:solidFill>
                  <a:srgbClr val="002060"/>
                </a:solidFill>
              </a:rPr>
              <a:t>.)</a:t>
            </a:r>
            <a:endParaRPr lang="ko-KR" altLang="en-US" sz="10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66B096-2E02-448E-B7A7-7D321F266181}"/>
              </a:ext>
            </a:extLst>
          </p:cNvPr>
          <p:cNvSpPr txBox="1"/>
          <p:nvPr/>
        </p:nvSpPr>
        <p:spPr>
          <a:xfrm>
            <a:off x="300990" y="3568065"/>
            <a:ext cx="347090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>
                <a:solidFill>
                  <a:srgbClr val="002060"/>
                </a:solidFill>
              </a:rPr>
              <a:t>사고 장소 </a:t>
            </a:r>
            <a:r>
              <a:rPr lang="en-US" altLang="ko-KR" sz="1000" b="1" dirty="0">
                <a:solidFill>
                  <a:srgbClr val="002060"/>
                </a:solidFill>
              </a:rPr>
              <a:t>: </a:t>
            </a:r>
            <a:r>
              <a:rPr lang="ko-KR" altLang="en-US" sz="1000" b="1" dirty="0">
                <a:solidFill>
                  <a:srgbClr val="002060"/>
                </a:solidFill>
              </a:rPr>
              <a:t>천안시민체육공원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B48B8130-8CCE-449C-B926-5ECC672D1001}"/>
              </a:ext>
            </a:extLst>
          </p:cNvPr>
          <p:cNvSpPr/>
          <p:nvPr/>
        </p:nvSpPr>
        <p:spPr>
          <a:xfrm>
            <a:off x="4953000" y="1760220"/>
            <a:ext cx="256221" cy="208598"/>
          </a:xfrm>
          <a:prstGeom prst="rightArrow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957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곽동철</dc:creator>
  <cp:lastModifiedBy>곽동철</cp:lastModifiedBy>
  <cp:revision>2</cp:revision>
  <dcterms:created xsi:type="dcterms:W3CDTF">2024-04-19T00:20:57Z</dcterms:created>
  <dcterms:modified xsi:type="dcterms:W3CDTF">2024-04-19T00:22:32Z</dcterms:modified>
</cp:coreProperties>
</file>